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2" r:id="rId3"/>
    <p:sldId id="279" r:id="rId4"/>
    <p:sldId id="259" r:id="rId5"/>
    <p:sldId id="264" r:id="rId6"/>
    <p:sldId id="280" r:id="rId7"/>
    <p:sldId id="281" r:id="rId8"/>
    <p:sldId id="270" r:id="rId9"/>
    <p:sldId id="275" r:id="rId10"/>
    <p:sldId id="292" r:id="rId11"/>
    <p:sldId id="263" r:id="rId12"/>
    <p:sldId id="283" r:id="rId13"/>
    <p:sldId id="286" r:id="rId14"/>
    <p:sldId id="291" r:id="rId15"/>
    <p:sldId id="282" r:id="rId16"/>
    <p:sldId id="290" r:id="rId17"/>
    <p:sldId id="276" r:id="rId18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2D9"/>
    <a:srgbClr val="59EB93"/>
    <a:srgbClr val="488FFF"/>
    <a:srgbClr val="49CAFF"/>
    <a:srgbClr val="0C6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05"/>
    <p:restoredTop sz="96327"/>
  </p:normalViewPr>
  <p:slideViewPr>
    <p:cSldViewPr snapToGrid="0" snapToObjects="1">
      <p:cViewPr varScale="1">
        <p:scale>
          <a:sx n="237" d="100"/>
          <a:sy n="237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B741B-1E58-3AD6-C132-A998DE28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61FC2B-9B08-B522-BC94-93B7DA934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36C5B-D597-1EA2-F606-DBDC32D8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B3AB97-3DED-7F6C-DA8F-335FAC97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4A738B-1D64-25C2-07E8-37235240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757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6B3C3-D14C-05A2-87E0-497F2206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C70AC-F0B3-96E1-3F46-E7413F9CA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37DAD-D5EC-B044-A562-09FDCF24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9E91A-1982-6DDB-EDC8-58F45BE0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EC775-FF35-51C7-7589-D68F78BA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3510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8FC2E-1F96-8C83-FAC0-8BAC22BB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2F78F-6AB3-E798-D954-4569BBFE6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A002B-46CE-DFC9-B211-47F694C6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DEFE8-7938-8EBB-89AC-EEC2D6DB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5D0FB-A869-8610-5A8A-E135CDC0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56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429B4-12CD-D7B8-13F3-A4F4E8BB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C87DB-CA31-0907-B61D-A7384004F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B02E39-CCCD-8554-E4DD-22924D5EB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7D24AB-7766-EBBC-C6CF-5DC96A1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CCE8F0-18EB-9B65-C6EA-06C5F619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FB7E50-B168-C538-34BF-420334EB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31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8FC48-A1B8-A9F7-32C8-A7FCDDF4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703E9-E847-CB4F-361C-9A22A1F6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0877ED-DEC4-8590-0E3A-B2D02E726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31689-E524-6AD4-9F65-01F3CE446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DD1A11-7384-6959-9477-060C48227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1EA328-D997-9B52-BCD6-852C6D629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AB4AA8-C79E-90B2-3E62-46C35D29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6CE08-FC7D-7D42-4F96-4E8B8B55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7928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4042C-04D8-ABBA-1F0B-7551CD9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2DFB25-AF1A-D138-388F-61982560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E16820-C294-D965-6C6E-0EBE67E7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DD4EED-B619-CF46-0F10-34A21A0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009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C672F8-00B6-3314-944B-9B27F534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C50111-D4DE-6C32-603A-4B7949BD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C6C9D-AD0C-D3B5-07D8-DB230B40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6428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55BE2-B63C-7244-CEAE-EEC35A48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ADF54-A7D3-F9C3-E3BD-434E0B6C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8AB5B2-D97E-A26C-D6A2-087697B7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1BE38-8D17-D085-8879-FD98DC22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D3B2F4-658D-5EBD-30BC-FB094632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DABCAB-FFF5-7B95-7BE2-5C55DB16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662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4B5E5-A903-B7F0-07DF-D6DFB297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BFF731-0EF8-9C7C-323E-A04B64A36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E730F-C343-85BE-4723-CC1F35D83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91070-6EA9-6FEF-0511-933CD213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B8213-6474-BB33-40A1-11E02788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B19D7-904B-BA7A-93F8-3C2FC99D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786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7058C-41D7-0E73-B9EE-F9A55D64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F783A5-CE21-0BEE-BA06-75719C0AC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AACB1-CB6D-3A5B-FF4C-7D2A86E9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FBECC-B1C8-6255-A18E-B1ABE6D5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F503A0-F364-0BC1-2C92-FE7226E6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117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11A67B-9252-8593-708C-847DF5557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A405A4-B0EE-6BE6-2B73-8B93AF45B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404A5-D3B8-123A-7F22-10E56DD7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575DE-CB87-3097-8234-13A8DD8A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D10DB-B43C-DADB-2A10-DE009E71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6635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84FF11-D99F-F7B5-1A7C-2318BE4E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74568-3801-39DB-0B97-F1CF8F2A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677DB-32A4-72A8-C486-3C6BB7F9A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99ECF-BE6D-7248-80F1-E6948D730B15}" type="datetimeFigureOut">
              <a:rPr kumimoji="1" lang="ko-Kore-KR" altLang="en-US" smtClean="0"/>
              <a:t>2022. 6. 21.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86BF37-83F7-5EF3-994A-CE3D90489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0DF84-7359-5E38-B4FB-662D3F7DC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516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B49254-1834-5171-8A65-C0F51C8A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2508250"/>
            <a:ext cx="2794000" cy="18415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E4E6E3-502B-5549-8907-EBE52AD9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6968"/>
            <a:ext cx="10515600" cy="1325563"/>
          </a:xfrm>
        </p:spPr>
        <p:txBody>
          <a:bodyPr/>
          <a:lstStyle/>
          <a:p>
            <a:pPr algn="ctr"/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세션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로딩 중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56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9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r>
              <a:rPr kumimoji="1" lang="ko-Kore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인공지능</a:t>
            </a:r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기초 </a:t>
            </a:r>
            <a:r>
              <a:rPr kumimoji="1" lang="en-US" altLang="ko-KR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데이터셋 분리 </a:t>
            </a:r>
            <a:r>
              <a:rPr kumimoji="1" lang="en-US" altLang="ko-KR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30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3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학습목표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ko-Kore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인공지능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머신러닝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딥러닝 구분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머신러닝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기법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비지도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구분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train_input</a:t>
            </a:r>
            <a:r>
              <a:rPr kumimoji="1" lang="en-US" altLang="ko-Kore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en-US" altLang="ko-Kore-KR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test_input</a:t>
            </a:r>
            <a:r>
              <a:rPr kumimoji="1" lang="en-US" altLang="ko-Kore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en-US" altLang="ko-Kore-KR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train_label</a:t>
            </a:r>
            <a:r>
              <a:rPr kumimoji="1" lang="en-US" altLang="ko-Kore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en-US" altLang="ko-Kore-KR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test_label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분리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알고리즘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en-US" altLang="ko-KR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sklearn.neighbors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의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Classifier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모델</a:t>
            </a:r>
            <a:endParaRPr kumimoji="1" lang="ko-Kore-KR" alt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48E596-68B0-7A51-3F45-A4A5A07972D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9733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인공지능 기초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0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DBBA500-C3D9-D7D5-D8E6-7D85AFE1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45" y="2447596"/>
            <a:ext cx="5704484" cy="310739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인공지능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&amp;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머신러닝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&amp;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딥러닝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ko-Kore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용어가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나타내는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범위의 차이</a:t>
            </a:r>
            <a:endParaRPr kumimoji="1" lang="en-US" altLang="ko-KR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인공</a:t>
            </a:r>
            <a:r>
              <a:rPr kumimoji="1" lang="ko-KR" altLang="en-US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지능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머신</a:t>
            </a:r>
            <a:r>
              <a:rPr kumimoji="1" lang="ko-KR" altLang="en-US" b="1" dirty="0" err="1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러닝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b="1" dirty="0">
                <a:solidFill>
                  <a:srgbClr val="FF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딥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러닝</a:t>
            </a:r>
            <a:endParaRPr kumimoji="1" lang="ko-Kore-KR" alt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8244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머신러닝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분류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118" y="1825625"/>
            <a:ext cx="5401681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Label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의 존재여부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	-&gt;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지도학습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비지도학습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지도학습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분류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회귀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비지도학습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군집화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F3BD6B-85D8-DE6F-04BB-D1598182F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45" y="1825625"/>
            <a:ext cx="5011377" cy="3370151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EAA482F-35EF-8608-CD0C-D4099FCF407B}"/>
              </a:ext>
            </a:extLst>
          </p:cNvPr>
          <p:cNvSpPr/>
          <p:nvPr/>
        </p:nvSpPr>
        <p:spPr>
          <a:xfrm>
            <a:off x="636745" y="3952934"/>
            <a:ext cx="465720" cy="4657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6673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12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데이터셋 분리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417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데이터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분할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4506C9-9462-7A9B-4034-6D22D3AE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690688"/>
            <a:ext cx="81280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1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BE71BF-8EE2-7496-E141-009F7E24B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273" y="3429000"/>
            <a:ext cx="10515600" cy="539693"/>
          </a:xfr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BCEE2A-95F4-375D-A8FB-9A870E7EF887}"/>
              </a:ext>
            </a:extLst>
          </p:cNvPr>
          <p:cNvSpPr/>
          <p:nvPr/>
        </p:nvSpPr>
        <p:spPr>
          <a:xfrm>
            <a:off x="3123726" y="3464331"/>
            <a:ext cx="1113183" cy="175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BFA9E-61B9-D351-5AD1-2EC218B562BA}"/>
              </a:ext>
            </a:extLst>
          </p:cNvPr>
          <p:cNvSpPr/>
          <p:nvPr/>
        </p:nvSpPr>
        <p:spPr>
          <a:xfrm>
            <a:off x="8859077" y="3748647"/>
            <a:ext cx="846162" cy="175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05AE11-33DE-5B37-7AE0-7D42E4C58144}"/>
              </a:ext>
            </a:extLst>
          </p:cNvPr>
          <p:cNvSpPr/>
          <p:nvPr/>
        </p:nvSpPr>
        <p:spPr>
          <a:xfrm>
            <a:off x="9795247" y="3748647"/>
            <a:ext cx="1353618" cy="175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4E904B-017B-EA92-38F6-844041BB0091}"/>
              </a:ext>
            </a:extLst>
          </p:cNvPr>
          <p:cNvSpPr/>
          <p:nvPr/>
        </p:nvSpPr>
        <p:spPr>
          <a:xfrm>
            <a:off x="753035" y="3748647"/>
            <a:ext cx="3217538" cy="175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845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알고리즘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31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최근접이웃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5BC813-3F66-6ABE-27F6-D9DD45C8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386" y="2144827"/>
            <a:ext cx="9687228" cy="32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0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FD715CA0-7F4A-1316-F4A5-1B2E433A2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810"/>
            <a:ext cx="4698414" cy="48529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B151B2-B4AA-D52D-29B6-622813AE5352}"/>
              </a:ext>
            </a:extLst>
          </p:cNvPr>
          <p:cNvSpPr/>
          <p:nvPr/>
        </p:nvSpPr>
        <p:spPr>
          <a:xfrm>
            <a:off x="1845839" y="2675045"/>
            <a:ext cx="2254762" cy="164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1FB1B7-6223-31A9-6F28-EAB77C68F946}"/>
              </a:ext>
            </a:extLst>
          </p:cNvPr>
          <p:cNvSpPr/>
          <p:nvPr/>
        </p:nvSpPr>
        <p:spPr>
          <a:xfrm>
            <a:off x="1851067" y="3429000"/>
            <a:ext cx="2391521" cy="164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E47911-EB62-5C97-B0AC-7A9DE2A5463A}"/>
              </a:ext>
            </a:extLst>
          </p:cNvPr>
          <p:cNvSpPr/>
          <p:nvPr/>
        </p:nvSpPr>
        <p:spPr>
          <a:xfrm>
            <a:off x="1851066" y="5477882"/>
            <a:ext cx="1681585" cy="164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D644E-1E6A-CDBD-9C39-274CDD63B505}"/>
              </a:ext>
            </a:extLst>
          </p:cNvPr>
          <p:cNvSpPr/>
          <p:nvPr/>
        </p:nvSpPr>
        <p:spPr>
          <a:xfrm>
            <a:off x="3742793" y="2133361"/>
            <a:ext cx="1669772" cy="2065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2656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&lt;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실습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&gt;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6919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0652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F7CCEB-5DB4-C9DE-1681-F27A87547145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세션 끝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!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553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112</Words>
  <Application>Microsoft Macintosh PowerPoint</Application>
  <PresentationFormat>와이드스크린</PresentationFormat>
  <Paragraphs>26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Malgun Gothic</vt:lpstr>
      <vt:lpstr>Arial</vt:lpstr>
      <vt:lpstr>Calibri</vt:lpstr>
      <vt:lpstr>Calibri Light</vt:lpstr>
      <vt:lpstr>Office 테마</vt:lpstr>
      <vt:lpstr>세션 로딩 중</vt:lpstr>
      <vt:lpstr>PowerPoint 프레젠테이션</vt:lpstr>
      <vt:lpstr>인공지능 기초 / 데이터셋 분리 / 최근접이웃</vt:lpstr>
      <vt:lpstr>학습목표</vt:lpstr>
      <vt:lpstr>1. 인공지능 기초</vt:lpstr>
      <vt:lpstr>인공지능 &amp; 머신러닝 &amp; 딥러닝</vt:lpstr>
      <vt:lpstr>머신러닝 분류</vt:lpstr>
      <vt:lpstr>?</vt:lpstr>
      <vt:lpstr>2. 데이터셋 분리</vt:lpstr>
      <vt:lpstr>데이터 분할</vt:lpstr>
      <vt:lpstr>코드 미리보기</vt:lpstr>
      <vt:lpstr>3. 최근접이웃 알고리즘</vt:lpstr>
      <vt:lpstr>최근접이웃</vt:lpstr>
      <vt:lpstr>코드 미리보기</vt:lpstr>
      <vt:lpstr>&lt;실습&gt;</vt:lpstr>
      <vt:lpstr>?</vt:lpstr>
      <vt:lpstr>세션 끝!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세션 로딩 중</dc:title>
  <dc:creator>김지욱[ 학부재학 / 경영학과 ]</dc:creator>
  <cp:lastModifiedBy>김지욱[ 학부재학 / 경영학과 ]</cp:lastModifiedBy>
  <cp:revision>45</cp:revision>
  <dcterms:created xsi:type="dcterms:W3CDTF">2022-05-03T14:23:48Z</dcterms:created>
  <dcterms:modified xsi:type="dcterms:W3CDTF">2022-06-21T20:53:27Z</dcterms:modified>
</cp:coreProperties>
</file>
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72" r:id="rId3"/>
    <p:sldId id="281" r:id="rId4"/>
    <p:sldId id="275" r:id="rId5"/>
    <p:sldId id="263" r:id="rId6"/>
    <p:sldId id="283" r:id="rId7"/>
    <p:sldId id="284" r:id="rId8"/>
    <p:sldId id="264" r:id="rId9"/>
    <p:sldId id="259" r:id="rId10"/>
    <p:sldId id="282" r:id="rId11"/>
    <p:sldId id="285" r:id="rId12"/>
    <p:sldId id="280" r:id="rId13"/>
    <p:sldId id="276" r:id="rId14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B2D9"/>
    <a:srgbClr val="59EB93"/>
    <a:srgbClr val="488FFF"/>
    <a:srgbClr val="49CAFF"/>
    <a:srgbClr val="0C6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13"/>
    <p:restoredTop sz="96327"/>
  </p:normalViewPr>
  <p:slideViewPr>
    <p:cSldViewPr snapToGrid="0" snapToObjects="1">
      <p:cViewPr varScale="1">
        <p:scale>
          <a:sx n="115" d="100"/>
          <a:sy n="115" d="100"/>
        </p:scale>
        <p:origin x="232" y="2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B741B-1E58-3AD6-C132-A998DE284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61FC2B-9B08-B522-BC94-93B7DA934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036C5B-D597-1EA2-F606-DBDC32D8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B3AB97-3DED-7F6C-DA8F-335FAC97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4A738B-1D64-25C2-07E8-37235240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7571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6B3C3-D14C-05A2-87E0-497F2206C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3C70AC-F0B3-96E1-3F46-E7413F9CA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E37DAD-D5EC-B044-A562-09FDCF24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59E91A-1982-6DDB-EDC8-58F45BE0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EC775-FF35-51C7-7589-D68F78BA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3510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8FC2E-1F96-8C83-FAC0-8BAC22BBD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62F78F-6AB3-E798-D954-4569BBFE6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2A002B-46CE-DFC9-B211-47F694C6D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DDEFE8-7938-8EBB-89AC-EEC2D6DB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25D0FB-A869-8610-5A8A-E135CDC01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356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429B4-12CD-D7B8-13F3-A4F4E8BB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0C87DB-CA31-0907-B61D-A7384004F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B02E39-CCCD-8554-E4DD-22924D5EB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7D24AB-7766-EBBC-C6CF-5DC96A1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2022. 6. 22.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CCE8F0-18EB-9B65-C6EA-06C5F619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FB7E50-B168-C538-34BF-420334EB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131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8FC48-A1B8-A9F7-32C8-A7FCDDF4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D703E9-E847-CB4F-361C-9A22A1F69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0877ED-DEC4-8590-0E3A-B2D02E726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31689-E524-6AD4-9F65-01F3CE446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DD1A11-7384-6959-9477-060C48227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1EA328-D997-9B52-BCD6-852C6D629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2022. 6. 22.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AB4AA8-C79E-90B2-3E62-46C35D293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66CE08-FC7D-7D42-4F96-4E8B8B550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7928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4042C-04D8-ABBA-1F0B-7551CD985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2DFB25-AF1A-D138-388F-61982560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2022. 6. 22.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E16820-C294-D965-6C6E-0EBE67E7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DD4EED-B619-CF46-0F10-34A21A01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70094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C672F8-00B6-3314-944B-9B27F534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2022. 6. 22.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C50111-D4DE-6C32-603A-4B7949BD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C6C9D-AD0C-D3B5-07D8-DB230B40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6428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55BE2-B63C-7244-CEAE-EEC35A48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9ADF54-A7D3-F9C3-E3BD-434E0B6C2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8AB5B2-D97E-A26C-D6A2-087697B79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11BE38-8D17-D085-8879-FD98DC22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2022. 6. 22.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D3B2F4-658D-5EBD-30BC-FB094632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DABCAB-FFF5-7B95-7BE2-5C55DB16A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9662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4B5E5-A903-B7F0-07DF-D6DFB297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BFF731-0EF8-9C7C-323E-A04B64A36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1E730F-C343-85BE-4723-CC1F35D83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91070-6EA9-6FEF-0511-933CD213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2022. 6. 22.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FB8213-6474-BB33-40A1-11E02788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EB19D7-904B-BA7A-93F8-3C2FC99D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786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7058C-41D7-0E73-B9EE-F9A55D64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F783A5-CE21-0BEE-BA06-75719C0AC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EAACB1-CB6D-3A5B-FF4C-7D2A86E9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0FBECC-B1C8-6255-A18E-B1ABE6D5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F503A0-F364-0BC1-2C92-FE7226E6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2117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11A67B-9252-8593-708C-847DF5557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A405A4-B0EE-6BE6-2B73-8B93AF45B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404A5-D3B8-123A-7F22-10E56DD76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5575DE-CB87-3097-8234-13A8DD8AE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ED10DB-B43C-DADB-2A10-DE009E710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6635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84FF11-D99F-F7B5-1A7C-2318BE4E7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474568-3801-39DB-0B97-F1CF8F2AA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0677DB-32A4-72A8-C486-3C6BB7F9A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99ECF-BE6D-7248-80F1-E6948D730B15}" type="datetimeFigureOut">
              <a:rPr kumimoji="1" lang="ko-Kore-KR" altLang="en-US" smtClean="0"/>
              <a:t>2022. 6. 22.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86BF37-83F7-5EF3-994A-CE3D90489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E0DF84-7359-5E38-B4FB-662D3F7DC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5161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FB49254-1834-5171-8A65-C0F51C8AB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0" y="2508250"/>
            <a:ext cx="2794000" cy="18415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DE4E6E3-502B-5549-8907-EBE52AD9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6968"/>
            <a:ext cx="10515600" cy="1325563"/>
          </a:xfrm>
        </p:spPr>
        <p:txBody>
          <a:bodyPr/>
          <a:lstStyle/>
          <a:p>
            <a:pPr algn="ctr"/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세션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로딩 중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356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BDD9C-4EC8-E211-2C98-B5EE07203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13211"/>
            <a:ext cx="9144000" cy="1193800"/>
          </a:xfrm>
        </p:spPr>
        <p:txBody>
          <a:bodyPr anchor="ctr" anchorCtr="1">
            <a:normAutofit/>
          </a:bodyPr>
          <a:lstStyle/>
          <a:p>
            <a:endParaRPr kumimoji="1" lang="ko-Kore-KR" altLang="en-US" sz="30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43D92F-144F-6AB7-65EB-D309EFC38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356" y="2683363"/>
            <a:ext cx="3253288" cy="14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9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BDD9C-4EC8-E211-2C98-B5EE07203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13211"/>
            <a:ext cx="9144000" cy="1193800"/>
          </a:xfrm>
        </p:spPr>
        <p:txBody>
          <a:bodyPr anchor="ctr" anchorCtr="1">
            <a:normAutofit/>
          </a:bodyPr>
          <a:lstStyle/>
          <a:p>
            <a:r>
              <a:rPr kumimoji="1" lang="en-US" altLang="ko-Kore-KR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__</a:t>
            </a:r>
            <a:r>
              <a:rPr kumimoji="1" lang="en-US" altLang="ko-Kore-KR" sz="30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init</a:t>
            </a:r>
            <a:r>
              <a:rPr kumimoji="1" lang="en-US" altLang="ko-Kore-KR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__</a:t>
            </a:r>
            <a:endParaRPr kumimoji="1" lang="ko-Kore-KR" altLang="en-US" sz="30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43D92F-144F-6AB7-65EB-D309EFC38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356" y="2683363"/>
            <a:ext cx="3253288" cy="14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5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4A7E6B4-21D7-8DB8-266F-00ADB3542C0E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1.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학회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?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941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방향성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&amp;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목표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C58373-E7C5-A85E-5188-9232F8CCE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ko-Kore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비즈니스애널리틱스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(=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경영데이터분석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학회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“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통계분석을 정보기술로 구현하고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경영학적 가치를 더하는 것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”</a:t>
            </a:r>
          </a:p>
          <a:p>
            <a:pPr>
              <a:lnSpc>
                <a:spcPct val="150000"/>
              </a:lnSpc>
            </a:pPr>
            <a:r>
              <a:rPr kumimoji="1" lang="en-US" altLang="ko-Kore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“Beyond Analytics, Develop Answer”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실용적이고 자유로운 분위기를 지향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ore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출석</a:t>
            </a:r>
            <a:r>
              <a:rPr kumimoji="1" lang="en-US" altLang="ko-Kore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O,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과제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O(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과제 검사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X &amp; 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해답 제공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  <a:endParaRPr kumimoji="1" lang="ko-Kore-KR" alt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95DB86-EC43-8C28-1FE3-AC954262D4BC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888454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운영 계획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C58373-E7C5-A85E-5188-9232F8CCE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매주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회의 교육세션 진행 예정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코딩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Case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실습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학기당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회의 학회 자체의 경영데이터분석 경진대회를 진행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학기마다 비전공자를 위한 오픈세션을 진행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(“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데이터 분석을 위한 파이썬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”,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“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경영학을 위한 </a:t>
            </a:r>
            <a:r>
              <a:rPr kumimoji="1" lang="ko-KR" altLang="en-US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머신러닝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”)</a:t>
            </a:r>
          </a:p>
          <a:p>
            <a:pPr>
              <a:lnSpc>
                <a:spcPct val="150000"/>
              </a:lnSpc>
            </a:pPr>
            <a:r>
              <a:rPr kumimoji="1" lang="ko-KR" altLang="en-US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멘토멘티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제도 운영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운영진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명당 멘티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명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95DB86-EC43-8C28-1FE3-AC954262D4BC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52500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8836B-C420-F6AE-2E1F-5A6190E18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ore-KR" b="1" dirty="0"/>
              <a:t>?</a:t>
            </a:r>
            <a:endParaRPr kumimoji="1" lang="ko-Kore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21484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31EC03-D72B-94AA-C168-E0FF7E997512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2.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부트캠프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?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7904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활동 목표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C58373-E7C5-A85E-5188-9232F8CCE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머신러닝과</a:t>
            </a:r>
            <a:r>
              <a:rPr lang="ko-KR" altLang="en-US" dirty="0"/>
              <a:t> 딥러닝 기법을 익히고 이를 실제 케이스에 활용할 수 있는 역량을 갖추는 것을 목표로 합니다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본 </a:t>
            </a:r>
            <a:r>
              <a:rPr lang="en-US" altLang="ko-Kore-KR" dirty="0" err="1"/>
              <a:t>BootCamp</a:t>
            </a:r>
            <a:r>
              <a:rPr lang="ko-KR" altLang="en-US" dirty="0"/>
              <a:t>는 </a:t>
            </a:r>
            <a:r>
              <a:rPr lang="en-US" altLang="ko-Kore-KR" dirty="0" err="1"/>
              <a:t>BaDa</a:t>
            </a:r>
            <a:r>
              <a:rPr lang="en-US" altLang="ko-Kore-KR" dirty="0"/>
              <a:t> </a:t>
            </a:r>
            <a:r>
              <a:rPr lang="ko-KR" altLang="en-US" dirty="0"/>
              <a:t>학회 시동 전</a:t>
            </a:r>
            <a:r>
              <a:rPr lang="en-US" altLang="ko-KR" dirty="0"/>
              <a:t>, </a:t>
            </a:r>
            <a:r>
              <a:rPr lang="ko-KR" altLang="en-US" b="1" dirty="0"/>
              <a:t>운영진 개개인의 </a:t>
            </a:r>
            <a:r>
              <a:rPr lang="ko-KR" altLang="en-US" b="1" dirty="0" err="1"/>
              <a:t>애널리티</a:t>
            </a:r>
            <a:r>
              <a:rPr lang="ko-KR" altLang="en-US" b="1" dirty="0"/>
              <a:t> </a:t>
            </a:r>
            <a:r>
              <a:rPr lang="ko-KR" altLang="en-US" b="1" dirty="0" err="1"/>
              <a:t>스트로서의</a:t>
            </a:r>
            <a:r>
              <a:rPr lang="ko-KR" altLang="en-US" b="1" dirty="0"/>
              <a:t> 역량강화</a:t>
            </a:r>
            <a:r>
              <a:rPr lang="ko-KR" altLang="en-US" dirty="0"/>
              <a:t>를 목표로 합니다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본 </a:t>
            </a:r>
            <a:r>
              <a:rPr lang="en-US" altLang="ko-Kore-KR" dirty="0" err="1"/>
              <a:t>BootCamp</a:t>
            </a:r>
            <a:r>
              <a:rPr lang="ko-KR" altLang="en-US" dirty="0" err="1"/>
              <a:t>를</a:t>
            </a:r>
            <a:r>
              <a:rPr lang="ko-KR" altLang="en-US" dirty="0"/>
              <a:t> 통해</a:t>
            </a:r>
            <a:r>
              <a:rPr lang="en-US" altLang="ko-KR" dirty="0"/>
              <a:t>, </a:t>
            </a:r>
            <a:r>
              <a:rPr lang="ko-KR" altLang="en-US" dirty="0"/>
              <a:t>비즈니스 </a:t>
            </a:r>
            <a:r>
              <a:rPr lang="ko-KR" altLang="en-US" dirty="0" err="1"/>
              <a:t>애널리틱스에</a:t>
            </a:r>
            <a:r>
              <a:rPr lang="ko-KR" altLang="en-US" dirty="0"/>
              <a:t> 이용될 수 있는 </a:t>
            </a:r>
            <a:r>
              <a:rPr lang="en-US" altLang="ko-Kore-KR" dirty="0"/>
              <a:t>tool</a:t>
            </a:r>
            <a:r>
              <a:rPr lang="ko-KR" altLang="en-US" dirty="0"/>
              <a:t>들을 깊이 있게 이해하고 </a:t>
            </a:r>
            <a:r>
              <a:rPr lang="en-US" altLang="ko-Kore-KR" dirty="0"/>
              <a:t>Case Study </a:t>
            </a:r>
            <a:r>
              <a:rPr lang="ko-KR" altLang="en-US" dirty="0"/>
              <a:t>협업을 위한 능력을 갖추는 것을 목표로 합니다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endParaRPr kumimoji="1" lang="ko-Kore-KR" alt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ED6995-73D8-CDC2-4F8F-979C76AC28CB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59733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참고교재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ED6995-73D8-CDC2-4F8F-979C76AC28CB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7" name="그림 6" descr="텍스트, 화이트보드이(가) 표시된 사진&#10;&#10;자동 생성된 설명">
            <a:extLst>
              <a:ext uri="{FF2B5EF4-FFF2-40B4-BE49-F238E27FC236}">
                <a16:creationId xmlns:a16="http://schemas.microsoft.com/office/drawing/2014/main" id="{2B39BDB8-BA98-43C1-F43D-F6CAA70DD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819" y="1690688"/>
            <a:ext cx="4336799" cy="457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58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일정 및 주제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ED6995-73D8-CDC2-4F8F-979C76AC28CB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8" name="내용 개체 틀 7" descr="테이블이(가) 표시된 사진&#10;&#10;자동 생성된 설명">
            <a:extLst>
              <a:ext uri="{FF2B5EF4-FFF2-40B4-BE49-F238E27FC236}">
                <a16:creationId xmlns:a16="http://schemas.microsoft.com/office/drawing/2014/main" id="{2CD3BA86-D50B-CDC4-4FD9-EE63AACF9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3787" y="1825625"/>
            <a:ext cx="9844426" cy="4351338"/>
          </a:xfrm>
        </p:spPr>
      </p:pic>
    </p:spTree>
    <p:extLst>
      <p:ext uri="{BB962C8B-B14F-4D97-AF65-F5344CB8AC3E}">
        <p14:creationId xmlns:p14="http://schemas.microsoft.com/office/powerpoint/2010/main" val="4003354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5B3D956-332B-393E-15B6-EE31E0F055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16" b="1191"/>
          <a:stretch/>
        </p:blipFill>
        <p:spPr>
          <a:xfrm>
            <a:off x="2152521" y="661252"/>
            <a:ext cx="7886958" cy="553549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9796A30-8841-DBF2-660F-12CB9C37AE29}"/>
              </a:ext>
            </a:extLst>
          </p:cNvPr>
          <p:cNvSpPr/>
          <p:nvPr/>
        </p:nvSpPr>
        <p:spPr>
          <a:xfrm>
            <a:off x="7877471" y="4833257"/>
            <a:ext cx="1800402" cy="1039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88662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0F7CCEB-5DB4-C9DE-1681-F27A87547145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끝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!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553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171</Words>
  <Application>Microsoft Macintosh PowerPoint</Application>
  <PresentationFormat>와이드스크린</PresentationFormat>
  <Paragraphs>23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Malgun Gothic</vt:lpstr>
      <vt:lpstr>Arial</vt:lpstr>
      <vt:lpstr>Calibri</vt:lpstr>
      <vt:lpstr>Calibri Light</vt:lpstr>
      <vt:lpstr>Office 테마</vt:lpstr>
      <vt:lpstr>세션 로딩 중</vt:lpstr>
      <vt:lpstr>PowerPoint 프레젠테이션</vt:lpstr>
      <vt:lpstr>__init__</vt:lpstr>
      <vt:lpstr>1. 학회?</vt:lpstr>
      <vt:lpstr>방향성 &amp; 목표</vt:lpstr>
      <vt:lpstr>운영 계획</vt:lpstr>
      <vt:lpstr>?</vt:lpstr>
      <vt:lpstr>2. 부트캠프?</vt:lpstr>
      <vt:lpstr>활동 목표</vt:lpstr>
      <vt:lpstr>참고교재</vt:lpstr>
      <vt:lpstr>일정 및 주제</vt:lpstr>
      <vt:lpstr>PowerPoint 프레젠테이션</vt:lpstr>
      <vt:lpstr>끝!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세션 로딩 중</dc:title>
  <dc:creator>김지욱[ 학부재학 / 경영학과 ]</dc:creator>
  <cp:lastModifiedBy>김지욱[ 학부재학 / 경영학과 ]</cp:lastModifiedBy>
  <cp:revision>44</cp:revision>
  <dcterms:created xsi:type="dcterms:W3CDTF">2022-05-03T14:23:48Z</dcterms:created>
  <dcterms:modified xsi:type="dcterms:W3CDTF">2022-06-21T16:06:44Z</dcterms:modified>
</cp:coreProperties>
</file>